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97" r:id="rId6"/>
    <p:sldId id="287" r:id="rId7"/>
    <p:sldId id="289" r:id="rId8"/>
    <p:sldId id="291" r:id="rId9"/>
    <p:sldId id="293" r:id="rId10"/>
    <p:sldId id="295" r:id="rId11"/>
    <p:sldId id="292" r:id="rId12"/>
    <p:sldId id="274" r:id="rId13"/>
    <p:sldId id="258" r:id="rId14"/>
    <p:sldId id="290" r:id="rId15"/>
    <p:sldId id="296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879" autoAdjust="0"/>
  </p:normalViewPr>
  <p:slideViewPr>
    <p:cSldViewPr showGuides="1">
      <p:cViewPr>
        <p:scale>
          <a:sx n="66" d="100"/>
          <a:sy n="66" d="100"/>
        </p:scale>
        <p:origin x="1243" y="250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7/11/2026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7/11/2026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B56C6-FDED-0C78-DF55-7CF57EF3B115}"/>
              </a:ext>
            </a:extLst>
          </p:cNvPr>
          <p:cNvSpPr txBox="1"/>
          <p:nvPr/>
        </p:nvSpPr>
        <p:spPr>
          <a:xfrm>
            <a:off x="0" y="836712"/>
            <a:ext cx="12188825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SYTEM INTERSHIP PROJECT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354EF-B6DB-22D1-0D80-841E4BA9026F}"/>
              </a:ext>
            </a:extLst>
          </p:cNvPr>
          <p:cNvSpPr txBox="1"/>
          <p:nvPr/>
        </p:nvSpPr>
        <p:spPr>
          <a:xfrm>
            <a:off x="8542684" y="4794166"/>
            <a:ext cx="2592288" cy="1015663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by :</a:t>
            </a:r>
          </a:p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Harish Rajoli</a:t>
            </a:r>
          </a:p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Harish Patil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A589E-5462-2B22-254C-60B6028EDE3C}"/>
              </a:ext>
            </a:extLst>
          </p:cNvPr>
          <p:cNvSpPr txBox="1"/>
          <p:nvPr/>
        </p:nvSpPr>
        <p:spPr>
          <a:xfrm>
            <a:off x="3046412" y="2564904"/>
            <a:ext cx="6096000" cy="646331"/>
          </a:xfrm>
          <a:prstGeom prst="rect">
            <a:avLst/>
          </a:prstGeom>
          <a:noFill/>
          <a:ln w="1905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 DASHBOARD SYSTEM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B5475-F732-F449-DF44-4D39005B2D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7488" y="836712"/>
            <a:ext cx="3312368" cy="5334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2045C-3448-A21F-4937-5D8DB1A4C031}"/>
              </a:ext>
            </a:extLst>
          </p:cNvPr>
          <p:cNvSpPr txBox="1"/>
          <p:nvPr/>
        </p:nvSpPr>
        <p:spPr>
          <a:xfrm>
            <a:off x="549796" y="1537969"/>
            <a:ext cx="5725596" cy="378206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Tools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Configuration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Ultrasonic sensor and ADAS feature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VSPE Configuration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Dashboard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13399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6052-1AED-1DFF-2EB1-C575C8A9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04" y="620688"/>
            <a:ext cx="4591711" cy="742023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2C541-D81A-2820-E1A6-D13EBC7FC0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804" y="1556792"/>
            <a:ext cx="8568952" cy="3528392"/>
          </a:xfrm>
        </p:spPr>
        <p:txBody>
          <a:bodyPr>
            <a:no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create a low-cost simulation platform using: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Blue Pill (STM32F103C8T6)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Dashboard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requiring a real electric vehicle.</a:t>
            </a:r>
          </a:p>
          <a:p>
            <a:pPr marL="38862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8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830B-0D21-5F95-B1F8-AC6EBCBA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7062-E634-C062-193B-FFBA1FCB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04" y="598745"/>
            <a:ext cx="5904656" cy="742023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  <a:endParaRPr lang="en-IN" sz="3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5C87B-3A3D-C83D-BC85-73604C7F9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796" y="1556792"/>
            <a:ext cx="7352768" cy="3960440"/>
          </a:xfrm>
        </p:spPr>
        <p:txBody>
          <a:bodyPr>
            <a:noAutofit/>
          </a:bodyPr>
          <a:lstStyle/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EV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speed </a:t>
            </a:r>
          </a:p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battery SOC </a:t>
            </a:r>
          </a:p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range </a:t>
            </a:r>
          </a:p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obstacles </a:t>
            </a:r>
          </a:p>
          <a:p>
            <a:pPr marL="50292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data on Python dashboard Simulate ADAS</a:t>
            </a:r>
          </a:p>
        </p:txBody>
      </p:sp>
    </p:spTree>
    <p:extLst>
      <p:ext uri="{BB962C8B-B14F-4D97-AF65-F5344CB8AC3E}">
        <p14:creationId xmlns:p14="http://schemas.microsoft.com/office/powerpoint/2010/main" val="1102820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981E-A8A0-0A72-58D9-7C9C9C54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DD4B-D1D9-5BDE-2794-E760B2D5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04" y="836712"/>
            <a:ext cx="5832648" cy="515144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Used :</a:t>
            </a:r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B33722-1C79-3D77-374D-91731226A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574728"/>
              </p:ext>
            </p:extLst>
          </p:nvPr>
        </p:nvGraphicFramePr>
        <p:xfrm>
          <a:off x="981844" y="1628800"/>
          <a:ext cx="5040560" cy="321561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170652793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79739622"/>
                    </a:ext>
                  </a:extLst>
                </a:gridCol>
              </a:tblGrid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36135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STM32F103C8T6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Controller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455552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 Pill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903714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LS,BSD_L,BSD_R,FLT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380442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763847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HC-SR04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Obstacle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26364"/>
                  </a:ext>
                </a:extLst>
              </a:tr>
              <a:tr h="459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Potentiometer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Acce,brk,SOC,temp_motor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4945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0E1FE-2F83-BC45-BC22-2B83F6201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456499"/>
              </p:ext>
            </p:extLst>
          </p:nvPr>
        </p:nvGraphicFramePr>
        <p:xfrm>
          <a:off x="6382444" y="1628802"/>
          <a:ext cx="4680520" cy="316835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07831">
                  <a:extLst>
                    <a:ext uri="{9D8B030D-6E8A-4147-A177-3AD203B41FA5}">
                      <a16:colId xmlns:a16="http://schemas.microsoft.com/office/drawing/2014/main" val="193892048"/>
                    </a:ext>
                  </a:extLst>
                </a:gridCol>
                <a:gridCol w="2772689">
                  <a:extLst>
                    <a:ext uri="{9D8B030D-6E8A-4147-A177-3AD203B41FA5}">
                      <a16:colId xmlns:a16="http://schemas.microsoft.com/office/drawing/2014/main" val="708455419"/>
                    </a:ext>
                  </a:extLst>
                </a:gridCol>
              </a:tblGrid>
              <a:tr h="414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570738"/>
                  </a:ext>
                </a:extLst>
              </a:tr>
              <a:tr h="726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STM32CubeIDE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706876"/>
                  </a:ext>
                </a:extLst>
              </a:tr>
              <a:tr h="414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PICSimLab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375449"/>
                  </a:ext>
                </a:extLst>
              </a:tr>
              <a:tr h="414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457445"/>
                  </a:ext>
                </a:extLst>
              </a:tr>
              <a:tr h="414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 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548734"/>
                  </a:ext>
                </a:extLst>
              </a:tr>
              <a:tr h="782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IRTUAL 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151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0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3278AB-F222-68F3-FD5E-AD058D5BE96F}"/>
              </a:ext>
            </a:extLst>
          </p:cNvPr>
          <p:cNvSpPr txBox="1"/>
          <p:nvPr/>
        </p:nvSpPr>
        <p:spPr>
          <a:xfrm>
            <a:off x="693812" y="764704"/>
            <a:ext cx="6167120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 Configuration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2CE508-6F33-F834-8BA7-B1FDF393B986}"/>
              </a:ext>
            </a:extLst>
          </p:cNvPr>
          <p:cNvSpPr txBox="1"/>
          <p:nvPr/>
        </p:nvSpPr>
        <p:spPr>
          <a:xfrm>
            <a:off x="693812" y="1556792"/>
            <a:ext cx="3672408" cy="48900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STM32CubeIDE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STM32F103C8T6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Project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Clock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GPIO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code and add all the header file and source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77B633-2D8F-B8D4-0280-6B7B6C779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587" y="1484784"/>
            <a:ext cx="705740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0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025A7F1-47E4-60CC-0069-3834223B9108}"/>
              </a:ext>
            </a:extLst>
          </p:cNvPr>
          <p:cNvSpPr txBox="1"/>
          <p:nvPr/>
        </p:nvSpPr>
        <p:spPr>
          <a:xfrm>
            <a:off x="1269876" y="420053"/>
            <a:ext cx="18473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sz="16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A64EF-9093-C158-284A-7E51E5AF8167}"/>
              </a:ext>
            </a:extLst>
          </p:cNvPr>
          <p:cNvSpPr txBox="1"/>
          <p:nvPr/>
        </p:nvSpPr>
        <p:spPr>
          <a:xfrm>
            <a:off x="6742484" y="3101240"/>
            <a:ext cx="18473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sz="16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C162B-6F42-30A1-FE12-1376C227CBA3}"/>
              </a:ext>
            </a:extLst>
          </p:cNvPr>
          <p:cNvSpPr txBox="1"/>
          <p:nvPr/>
        </p:nvSpPr>
        <p:spPr>
          <a:xfrm>
            <a:off x="1271657" y="3123614"/>
            <a:ext cx="184731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sz="16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578E3-C501-F893-67EB-9D7ADD8F79E3}"/>
              </a:ext>
            </a:extLst>
          </p:cNvPr>
          <p:cNvSpPr txBox="1"/>
          <p:nvPr/>
        </p:nvSpPr>
        <p:spPr>
          <a:xfrm>
            <a:off x="747146" y="758607"/>
            <a:ext cx="880365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Ultrasonic Sensor ADAS Feature: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57820-2069-3942-2659-66E45324F968}"/>
              </a:ext>
            </a:extLst>
          </p:cNvPr>
          <p:cNvSpPr txBox="1"/>
          <p:nvPr/>
        </p:nvSpPr>
        <p:spPr>
          <a:xfrm>
            <a:off x="677076" y="1681936"/>
            <a:ext cx="6167120" cy="37820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pulse generation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measurement Distance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Obstacle detection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Collision Warning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Detection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Detection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Distance Monitoring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53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E16B32-8FDC-30F5-4624-F68E076A02A2}"/>
              </a:ext>
            </a:extLst>
          </p:cNvPr>
          <p:cNvSpPr txBox="1"/>
          <p:nvPr/>
        </p:nvSpPr>
        <p:spPr>
          <a:xfrm>
            <a:off x="117748" y="725659"/>
            <a:ext cx="50863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just"/>
            <a:r>
              <a:rPr lang="en-IN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VSPE Configuration</a:t>
            </a: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B96CC-D625-2446-D6E7-F02B3377EDAC}"/>
              </a:ext>
            </a:extLst>
          </p:cNvPr>
          <p:cNvSpPr txBox="1"/>
          <p:nvPr/>
        </p:nvSpPr>
        <p:spPr>
          <a:xfrm>
            <a:off x="693812" y="1350868"/>
            <a:ext cx="6048672" cy="31393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VSPE?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Python cannot directly communicate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COM3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VSPE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COM1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67E0B-E7C0-2A3E-ACC5-6A861B5A7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360" y="2204865"/>
            <a:ext cx="629604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9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28" y="836712"/>
            <a:ext cx="5154860" cy="648072"/>
          </a:xfrm>
        </p:spPr>
        <p:txBody>
          <a:bodyPr anchor="t"/>
          <a:lstStyle/>
          <a:p>
            <a:r>
              <a:rPr lang="en-IN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682C1-6F1D-950B-E892-CAE4A90726EC}"/>
              </a:ext>
            </a:extLst>
          </p:cNvPr>
          <p:cNvSpPr txBox="1"/>
          <p:nvPr/>
        </p:nvSpPr>
        <p:spPr>
          <a:xfrm>
            <a:off x="703828" y="1614128"/>
            <a:ext cx="2808312" cy="21200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Blue Pill Board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ADC Inputs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Sensors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DA85E-A219-8CFB-0E1B-85DD91A09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28" y="700831"/>
            <a:ext cx="6449278" cy="2592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1A112A-B59F-1E51-96DF-6A25132A2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28" y="3442568"/>
            <a:ext cx="6336704" cy="327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812" y="848444"/>
            <a:ext cx="4914900" cy="515144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Dashboard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804" y="1556792"/>
            <a:ext cx="4572000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receives UART data.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Speedometer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Temperature 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ADAS Alerts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818FD-6867-658C-305F-88367118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2083-7AE3-7FEB-2D3E-7C962F7E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12" y="836712"/>
            <a:ext cx="4914900" cy="515144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354C-6E65-2C44-7794-D78D6F8A6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628800"/>
            <a:ext cx="2880320" cy="27363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STM32CubeIDE </a:t>
            </a:r>
          </a:p>
          <a:p>
            <a:pPr marL="38862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PICSimLab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8862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Dashboard </a:t>
            </a:r>
          </a:p>
          <a:p>
            <a:pPr marL="38862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Output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6384D-F60F-9F52-FA79-E262CAF1A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84" y="4231656"/>
            <a:ext cx="5472608" cy="2451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97D88-3311-FE76-4683-E2184E5536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204" y="188640"/>
            <a:ext cx="6637868" cy="38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5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4C08AF-A4EF-9DD1-DCE6-AEDE0EE1B9EB}"/>
              </a:ext>
            </a:extLst>
          </p:cNvPr>
          <p:cNvSpPr txBox="1"/>
          <p:nvPr/>
        </p:nvSpPr>
        <p:spPr>
          <a:xfrm>
            <a:off x="2422004" y="2705725"/>
            <a:ext cx="648072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sz="85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30171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</TotalTime>
  <Words>277</Words>
  <Application>Microsoft Office PowerPoint</Application>
  <PresentationFormat>Custom</PresentationFormat>
  <Paragraphs>113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Palatino Linotype</vt:lpstr>
      <vt:lpstr>Times New Roman</vt:lpstr>
      <vt:lpstr>Custom</vt:lpstr>
      <vt:lpstr>PowerPoint Presentation</vt:lpstr>
      <vt:lpstr>PowerPoint Presentation</vt:lpstr>
      <vt:lpstr>INTRODUCTION :</vt:lpstr>
      <vt:lpstr>OBJECTIVES :</vt:lpstr>
      <vt:lpstr>Hardware and Software Used :</vt:lpstr>
      <vt:lpstr>PowerPoint Presentation</vt:lpstr>
      <vt:lpstr>PowerPoint Presentation</vt:lpstr>
      <vt:lpstr>PowerPoint Presentation</vt:lpstr>
      <vt:lpstr>PICSimLab :</vt:lpstr>
      <vt:lpstr>Python Dashboard :</vt:lpstr>
      <vt:lpstr>Results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Srusti Madiwalar</dc:creator>
  <cp:lastModifiedBy>harish rajoli</cp:lastModifiedBy>
  <cp:revision>15</cp:revision>
  <dcterms:created xsi:type="dcterms:W3CDTF">2026-07-04T13:50:08Z</dcterms:created>
  <dcterms:modified xsi:type="dcterms:W3CDTF">2026-07-11T15:00:15Z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